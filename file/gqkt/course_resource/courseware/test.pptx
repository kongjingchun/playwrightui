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8"/>
  </p:normalViewPr>
  <p:slideViewPr>
    <p:cSldViewPr snapToGrid="0">
      <p:cViewPr varScale="1">
        <p:scale>
          <a:sx n="115" d="100"/>
          <a:sy n="115" d="100"/>
        </p:scale>
        <p:origin x="7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72ECC-B824-C3A4-AF96-9F7215A70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189490-50AD-33B1-A21A-D00540412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B3E0A0-13E1-39E3-D8B0-4AD04220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D19A2-55AA-B1B7-0669-7F4E009D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0C5741-E0F0-58DF-A13D-C9E2C310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370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D20BD-1A04-2529-FC55-AB1A2B25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0C41B5-5D73-91E8-29B7-77A9EE732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F04058-3C04-1431-978E-C149CCF9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1B9E47-8A53-BADF-A5DA-6D3BBA94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A72010-1754-7245-0049-A1903A65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8801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5DEAD-5308-C113-3CDE-86180DF77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C92E16-5D1B-0633-8683-7225ED143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DE9B1B-12F3-93C1-2C1A-E82D93F0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44BF1-01AE-9716-AAA7-7BC0EE8C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E10E0-74DD-9814-84C2-24D62BC1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040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9CC89-96BA-51A7-7A5C-74FB5270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55D9D-69EB-4837-B164-154B1B7BE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3F2079-692D-E844-7E47-990058C55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FA4EC5-B4EA-CB23-0D50-BC4A06C6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3E7C2-9C33-AF16-0C0A-91FA0939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86BE8-2B9E-8427-68FC-50F06E69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19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7E363-C74D-71BB-2A1D-C8419CEF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1E0773-180F-1973-ABE0-8D96EFA9B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3F31DC-E5E9-F96A-31DE-EF6876385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BBD98C-238F-B1B1-3734-BEFF61F99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66F90D-B7E9-513B-A1F3-B09161C1A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E568D0-8C73-1FE9-1EAD-7DC462B3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A400DC-25AA-0E75-0D1B-B2AEF02F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598C3C-240F-CA47-1E88-316F789F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845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1D715-2327-31B9-7EB6-04FE5DF5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B9B45A-AB4D-E1D1-3F48-E97A63D4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01EE4F-79B6-66D3-8F75-88AFDB51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4F50F0-81F4-0774-527E-84FDB092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3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DF17D-2271-4A07-5599-848A76FF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3F27C5-317E-445A-A2E1-74D8D364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343AFD-AF30-9BF0-BACB-4B42365A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835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9E771-B3B1-BB5F-0513-8F96D569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74700D-2F8F-3D8E-0E59-193A7C954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A90346-95AA-4358-FB67-BAF9667F3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4D28DD-075A-19F3-4BB0-6D4B7155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17C0DA-459E-B79C-526E-7D8D355D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9EFD0-89CD-1E5B-13C8-2F587C7F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765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E9C21-3A4C-6F6B-40A8-D2C4D582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D0E110-43C3-1E10-3105-0E3C2D375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FA7030-C98E-9BDA-D1FD-320F73A08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4697BC-68CA-B620-E6F2-C7737A4D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936804-934C-F7D8-9BE0-0609922E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485259-C72C-F858-555D-EED0427D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6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B8A2E-A63D-0CC2-09CF-8BAC8D64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307D5E-6BBE-D51D-88FC-EE149FC60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43BE6D-67AF-352F-BEEA-45C041AA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15E83-5567-D97C-C2FE-95359BD5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0CF03C-B544-CA66-DF4B-126029F5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669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B25A99-0634-3AA7-A5A2-543FE381B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EC2953-89DD-8074-2E04-DFA4BE67E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4CD88-BCCE-59C7-0E1C-3095F6835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78D-F727-9B9D-396D-0CA94912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C699D9-8938-5F3F-A4D9-B1BAED58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71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C66F8F-DC51-6C53-2DD4-F98457A5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BAF510-D495-CF7C-2CE8-91484FDD6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3D76E1-8EC6-06C0-A697-82985B45B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6C8C6-BEE5-934B-A34B-D21223B7A612}" type="datetimeFigureOut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186B7-F6B0-3499-89D9-D6A9486FF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A5C10-9DA1-E44D-EB2E-64A141C55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C241F-2987-DD40-9414-A0073CD72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878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F768D-FDAC-3079-E354-2476C27E0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测试用</a:t>
            </a:r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04C2D5-0E0D-B844-33F2-07E5C698CD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8358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PingFang SC</vt:lpstr>
      <vt:lpstr>Arial</vt:lpstr>
      <vt:lpstr>Office 主题​​</vt:lpstr>
      <vt:lpstr>测试用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测试用</dc:title>
  <dc:creator>Microsoft Office User</dc:creator>
  <cp:lastModifiedBy>Microsoft Office User</cp:lastModifiedBy>
  <cp:revision>1</cp:revision>
  <dcterms:created xsi:type="dcterms:W3CDTF">2023-12-18T06:53:23Z</dcterms:created>
  <dcterms:modified xsi:type="dcterms:W3CDTF">2023-12-18T06:53:37Z</dcterms:modified>
</cp:coreProperties>
</file>